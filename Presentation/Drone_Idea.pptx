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99" r:id="rId3"/>
    <p:sldId id="281" r:id="rId4"/>
    <p:sldId id="290" r:id="rId5"/>
    <p:sldId id="298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TEJASWINI" userId="0b9c24a2231da77d" providerId="LiveId" clId="{ABDB9345-AE8D-4E37-9196-13F0A557024C}"/>
    <pc:docChg chg="addSld">
      <pc:chgData name="P TEJASWINI" userId="0b9c24a2231da77d" providerId="LiveId" clId="{ABDB9345-AE8D-4E37-9196-13F0A557024C}" dt="2025-10-27T15:12:15.506" v="0" actId="680"/>
      <pc:docMkLst>
        <pc:docMk/>
      </pc:docMkLst>
      <pc:sldChg chg="new">
        <pc:chgData name="P TEJASWINI" userId="0b9c24a2231da77d" providerId="LiveId" clId="{ABDB9345-AE8D-4E37-9196-13F0A557024C}" dt="2025-10-27T15:12:15.506" v="0" actId="680"/>
        <pc:sldMkLst>
          <pc:docMk/>
          <pc:sldMk cId="160704551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6208-4ECE-40C7-1944-B854F086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269AC945-A843-69AB-4DB5-962CF6007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EE3F464-7720-BADC-120E-5A8BA39EC2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0631465B-EE40-D697-BF39-3B3BC0C1F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82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8BD9-3F58-3579-4F6F-08C4F9C2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64A35B6-B513-1ADA-FBB1-C3BC6279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5DCED50-3517-111B-9FA2-0670F81BB3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A5CD4B0-84AE-6201-7E7F-4C45BA07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cl-growingsolutions.com/agriculture/categories/drone-spray-technology/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teamtechfighters.my.canva.site/team-tech-fighters" TargetMode="External"/><Relationship Id="rId4" Type="http://schemas.openxmlformats.org/officeDocument/2006/relationships/hyperlink" Target="https://enterprise-insights.dji.com/blog/precision-agriculture-dron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538777"/>
            <a:ext cx="10363200" cy="2076450"/>
          </a:xfrm>
        </p:spPr>
        <p:txBody>
          <a:bodyPr/>
          <a:lstStyle/>
          <a:p>
            <a:r>
              <a:rPr lang="en-US" sz="6000" b="1" dirty="0">
                <a:solidFill>
                  <a:srgbClr val="00B050"/>
                </a:solidFill>
                <a:latin typeface="Garamond" panose="02020404030301010803" pitchFamily="18" charset="0"/>
              </a:rPr>
              <a:t>CHIP TO CROP</a:t>
            </a:r>
            <a:br>
              <a:rPr lang="en-US" sz="4000" b="1" dirty="0">
                <a:solidFill>
                  <a:srgbClr val="00B050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Garamond" panose="02020404030301010803" pitchFamily="18" charset="0"/>
              </a:rPr>
              <a:t>24 HOURS AGRITECH HACKATHON</a:t>
            </a:r>
            <a:br>
              <a:rPr lang="en-US" sz="2400" b="1" dirty="0">
                <a:solidFill>
                  <a:srgbClr val="00B050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14</a:t>
            </a:r>
            <a:r>
              <a:rPr lang="en-US" sz="2400" b="1" baseline="30000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th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 &amp; 15</a:t>
            </a:r>
            <a:r>
              <a:rPr lang="en-US" sz="2400" b="1" baseline="30000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th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 October 2025</a:t>
            </a:r>
            <a:endParaRPr lang="en-IN" sz="4000" b="1" dirty="0">
              <a:solidFill>
                <a:schemeClr val="accent3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5297" y="2700350"/>
            <a:ext cx="9314380" cy="450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Tech Fighters</a:t>
            </a: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P.Tejaswini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(20231CAI0120)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Inchara K R(20231CAI0117)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Sahana Haragapure (20231CAI0115)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Bharath R K(20231CSN0032)</a:t>
            </a:r>
          </a:p>
          <a:p>
            <a:pPr algn="ctr"/>
            <a:r>
              <a:rPr lang="en-IN" sz="2800" b="1" dirty="0"/>
              <a:t>K . Sai Krishna(20231I ST0041)</a:t>
            </a:r>
          </a:p>
          <a:p>
            <a:pPr algn="ctr"/>
            <a:r>
              <a:rPr lang="en-IN" sz="2800" b="1" dirty="0" err="1"/>
              <a:t>Varadharajula</a:t>
            </a:r>
            <a:r>
              <a:rPr lang="en-IN" sz="2800" b="1" dirty="0"/>
              <a:t> Nishant(20231IST0044)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86619E-B320-D5B2-74E5-F183F278AB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806"/>
            <a:ext cx="2901948" cy="627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C1893A-8E59-1473-4E79-2CF1AB6B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425644-59D0-7764-5920-E78836FBA2B1}"/>
              </a:ext>
            </a:extLst>
          </p:cNvPr>
          <p:cNvSpPr txBox="1"/>
          <p:nvPr/>
        </p:nvSpPr>
        <p:spPr>
          <a:xfrm>
            <a:off x="776748" y="2459504"/>
            <a:ext cx="10500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🌾 </a:t>
            </a:r>
            <a:r>
              <a:rPr lang="en-IN" sz="2400" b="1" dirty="0"/>
              <a:t>Intelligent Precision Spraying Drone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34E2-5FD8-F75B-1904-AF12BBBC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>
            <a:extLst>
              <a:ext uri="{FF2B5EF4-FFF2-40B4-BE49-F238E27FC236}">
                <a16:creationId xmlns:a16="http://schemas.microsoft.com/office/drawing/2014/main" id="{A0CBAA55-177D-AED3-B279-61975EAB5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81" y="1317006"/>
            <a:ext cx="1181289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PROBLEM STATEMENT DESCRIPTION</a:t>
            </a:r>
            <a:endParaRPr lang="en-US" sz="20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Farmers often spray fertilizers manually by carrying heavy bags or knapsack sprayers on their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backs.This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method requires intensive labor.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So this drones helps us to Consumes time and covers limited area per day.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Exposes farmers to harmful chemicals.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Leads to uneven spraying and fertilizer wastage 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Introducing fertilizer-spraying drones that can cover large farm areas quickly, efficiently, and safely.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drone carries a tank of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fertilizer..It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sprays uniformly using automated nozzles and Controlled by a farmer via mobile app/remote.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Can be programmed with GPS for precise spraying.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A72C-4A96-C30C-AF48-6A59713F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13203A-1294-EDCE-A002-B5355FCB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1D484-80EE-FF5F-2D8B-FABE5480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8CA9DB-5F03-C6D6-1B76-7068379D80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583"/>
            <a:ext cx="2901948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5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55181" y="1317006"/>
            <a:ext cx="11853084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br>
              <a:rPr lang="en-IN" sz="2000" b="1" dirty="0"/>
            </a:b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Fertilizer-Spraying Drone Solution 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GPS-guided autonomous hexacopter with 10-16L fertilizer tank, precision spray nozzles, and mobile app control for automated field spraying operations.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Resolution: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Eliminates Manual Labor: Covers 20-25 acres/day vs 2-3 acres manually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Zero Chemical Exposure: Remote operation keeps farmers safe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Precision Application: GPS-guided uniform spraying reduces 25% fertilizer waste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Time Efficiency: Completes in hours what takes days manually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Innovations: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Cost-Effective Design: ESP32/Arduino-based system (₹50k-₹2.5L) vs ₹10L+ imports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Farmer-Friendly App: Local language support, offline capability, one-touch operation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Real-Time Analytics: GPS tracking, spray pattern logging, weather integration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Modular Architecture: Upgradeable components, multi-crop compatibility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Environmental Impact: 90% water savings, reduced chemical runoff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Unique Value Proposition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"Transforming 8 hours of hazardous manual work into 30 minutes of safe, precise automation while reducing costs by 40% and increasing coverage by 800%"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84EF31-4EB6-FDC7-70A3-ED9738EA2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59219-8E9E-CDC3-F7B4-7EBEA0C91B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583"/>
            <a:ext cx="2901948" cy="6279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381838"/>
            <a:ext cx="10972800" cy="1014884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1112" y="1183356"/>
            <a:ext cx="12050486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Technologies &amp;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Flight Controller: ESP32+ GPS module + IMU sensors, Propulsion: Hexacopter frame + 6 brushless motors + ESCs + LiPo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battery,Spray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System: 1L tank + brushless pump + precision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nozzles,Communication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/4G module + RC transmitter (backup)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Mobile App: React Native + Google Maps API +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Firebase,Flight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Firmware: Raspberry pi - Python + Backend: Node.js/Python + MongoDB+ AWS IoT/Firebase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Languages: 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Python,HTML,CSS,Js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Implementation Flow (3 Weeks)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1: Hardware Assembly → Software Development (Parallel)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Frame + Motors + Flight Controller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Mobile App UI + GPS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Spray System Integration + Firmware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2: System Integration →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Hardware-Software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GPS Mission Planning + Spray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Ground Testing + Flight Testing + Safety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3: Demo Preparation → Final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Live Demo Scenario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Performance Optimization + Bug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Presentation Materials + Technical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EB3A2-F0CA-0CCD-A27A-6AF581E550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FBA1B-FA5C-D71F-16B1-0F8B65E0C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B6C5-1DFB-D5E0-15B9-3A4F152A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B0C0ED60-591F-B756-23EF-16FDEF6E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65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3D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8948C-5956-6082-8ECF-86F51C20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D14109-B44F-3797-B1E1-0845125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6D1DDD-2EAA-04DD-13C1-6C31C3251D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8E5AA4-107C-93F2-02F4-DECBF5ADA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B70220-016A-1453-D246-78B9D51BD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666" y="1860033"/>
            <a:ext cx="8119068" cy="42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0846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5" y="2185738"/>
            <a:ext cx="1169544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Feasibility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Technical: HIGH - Proven drone technology + available components (ESP32, GPS,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Economic: HIGH - ROI in 2-3 seasons, ₹50k-2.5L cost vs ₹500/day manual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Market: MEDIUM - 600M+ farmers, growing digital adoption, government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Regulatory: MEDIUM - Evolving DGCA rules, certification requirements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Technical: GPS accuracy limitations (±3-5m), limited flight time (15-20 min), weather dependencies affecting spray precision and operational days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Technical Solutions: Implement RTK-GPS upgrade + multi-battery rotation system + weather API integration for optimal operation timing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CFD945-4B94-3D70-37DA-BAEC8EA183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A94BD1-8101-5529-1734-D35103901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8374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2214970"/>
            <a:ext cx="11277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Target Audience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60M+ Indian Farmers - Reduced labor dependency, improved safety, increased productivity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Social Impact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Zero chemical exposure - eliminates health risks from toxic fertilizers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relief - no more carrying 15-20kg sprayers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Rural employment - drone operator job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Environmental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90% water savings through precision spraying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25% fertilizer reduction - less chemical runoff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Soil protection - prevents over-application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Economic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10x productivity - 20-25 acres/day vs 2-3 acres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50-60% cost savings - reduced labor and fertilizer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25% yield increase - through precision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58D18E-C887-9473-1796-EBFBEB4AFA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97539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B4C3E9-6D8B-C704-DAF8-12CE9066D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69214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ICL Growing Solutions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- Drone Spray Technology in Agriculture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Link: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https://icl-growingsolutions.com/agriculture/categories/drone-spray-technology/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DJI Enterprise Insights</a:t>
            </a:r>
            <a:r>
              <a:rPr lang="en-US" sz="2000" dirty="0"/>
              <a:t> - Precision Agriculture With Drone Technology</a:t>
            </a:r>
            <a:br>
              <a:rPr lang="en-US" sz="2000" dirty="0"/>
            </a:br>
            <a:r>
              <a:rPr lang="en-US" sz="2000" dirty="0"/>
              <a:t>Link: </a:t>
            </a:r>
            <a:r>
              <a:rPr lang="en-US" sz="2000" dirty="0">
                <a:hlinkClick r:id="rId4"/>
              </a:rPr>
              <a:t>https://enterprise-insights.dji.com/blog/precision-agriculture-drones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Prototype of Model :</a:t>
            </a:r>
            <a:r>
              <a:rPr lang="en-US" sz="20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Link: </a:t>
            </a:r>
            <a:r>
              <a:rPr lang="en-IN" sz="2000" dirty="0">
                <a:hlinkClick r:id="rId5"/>
              </a:rPr>
              <a:t>TEAM TECH FIGHTERS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7ACDF-5C0C-E9FA-B5AE-7F10E554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2A2A5-4A45-4D4A-69BD-F05588D047F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97539"/>
            <a:ext cx="2901948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7632</TotalTime>
  <Words>839</Words>
  <Application>Microsoft Office PowerPoint</Application>
  <PresentationFormat>Widescreen</PresentationFormat>
  <Paragraphs>109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CHIP TO CROP 24 HOURS AGRITECH HACKATHON 14th &amp; 15th October 2025</vt:lpstr>
      <vt:lpstr>PowerPoint Presentation</vt:lpstr>
      <vt:lpstr>PowerPoint Presentation</vt:lpstr>
      <vt:lpstr>TECHNICAL APPROACH</vt:lpstr>
      <vt:lpstr>3D MODEL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 TEJASWINI</cp:lastModifiedBy>
  <cp:revision>158</cp:revision>
  <dcterms:created xsi:type="dcterms:W3CDTF">2013-12-12T18:46:50Z</dcterms:created>
  <dcterms:modified xsi:type="dcterms:W3CDTF">2026-06-25T05:54:20Z</dcterms:modified>
  <cp:category/>
</cp:coreProperties>
</file>